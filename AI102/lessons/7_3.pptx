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f361039-03a4-3dd0-95b6-fdb265bfa74c}">
          <p14:sldIdLst>
            <p14:sldId id="256"/>
          </p14:sldIdLst>
        </p14:section>
        <p14:section name="Lesson 3: Scaling, validation points and practical choices under a budget" id="{c5dc7f93-7658-44b1-9a48-1581999dabc2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afd18a61-025b-4b98-e251-6083ccf3e969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7, Lesson 3 of the self-paced course Machine Learning Fundamentals for Surrogate-Based Engineering Optimization: Scaling, validation points and practical choices under a budget. This lesson belongs to the module Sampling and design of experiments and takes about 10 minutes. In this lesson: Where errors land depends on where samples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errors land depends on where samples land. Surrogate error is usually small near samples and larger in holes and in steep regions. A good initial design spreads points; a good validation set is separate (not used for fitting) and also spread over the space. With a fixed budget, you trade initial samples, validation runs and later verification/infill runs. Look at the figure. GP surrogate error maps for random versus LHS designs of the same size. Two diverging colour maps of signed surrogate error (blue under-prediction, red over-prediction) over the design space with sample points. Errors concentrate in empty regions and near the steep small-gap edge; LHS usually shows smaller worst-case error, though not for every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A simple budget split for total budget B original-model runs: B = n_{initial} + n_{validation} + n_{infill/verify} If validation runs are too costly, use cross-validation on the initial design instead of a separate set, and rely on verification of candidates as extra validation near the optimum.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With B = 40 CFD runs for a two-variable heat-exchanger study: 20 LHS initial + 0 separate validation (5-fold CV instead) + 20 sequential infill/verification runs is a typical choice. In this course, the analytical model is cheap, so we often use large separate validation sets purely for teaching. A practical tip: Record the sampler, seed, bounds and scaling in your notebook so the design can be regenerated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Should validation points be chosen near the training points to check the surrogate carefully?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No — points next to training samples will look accurate by construction. Validation points should be spread over the region of interest, ideally independently sampled.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Including the validation points in training afterwards invalidates the whole study. In fact: Once the validation is reported, refitting on all data for the final surrogate is common and sensible — but report the validation that was done before merging. The takeaway: Spread samples, keep validation separate (or use CV), and plan the budget for later infill and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Where errors land depends on where samples land: Spread samples, keep validation separate (or use CV), and plan the budget for later infill and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3 of Module 7: Scaling, validation points and practical choices under a budget. This was the last lesson of the module, so review the flashcards and take the Module 7 quiz in the course. Next comes Module 8, Surrogate model families, starting with Polynomial response surfaces and radial basis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7, Lesson 3 · Scaling, validation points and practical choices under a budget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7, Lesson 3 · Scaling, validation points and practical choices under a budget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07 · LESSON 3 OF 3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Scaling, validation points and practical choices under a budget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7: Sampling and design of experiments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Where errors land depends on where samples land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7.3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Scaling, validation points and practical choices under a budget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errors land depends on where samples land</a:t>
            </a:r>
            <a:endParaRPr lang="en-US" sz="28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Surrogate error is usually small near samples and larger in holes and in steep regions. A good initial design spreads points; a good validation set is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separate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(not used for fitting) and also spread over the space. With a fixed budget, you trade initial samples, validation runs and later verification/infill runs.</a:t>
            </a:r>
            <a:endParaRPr lang="en-US" sz="2000" dirty="0"/>
          </a:p>
        </p:txBody>
      </p:sp>
      <p:pic>
        <p:nvPicPr>
          <p:cNvPr id="9" name="figure" descr="Two diverging colour maps of signed surrogate error (blue under-prediction, red over-prediction) over the design space with sample points. Errors concentrate in empty regions and near the steep small-gap edge; LHS usually shows smaller worst-case error, though not for every see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296108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4698441"/>
            <a:ext cx="5653735" cy="1519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GP surrogate error maps for random versus LHS designs of the same size.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Scaling, validation points and practical choices under a budget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errors land depends on where samples land</a:t>
            </a:r>
            <a:endParaRPr lang="en-US" sz="28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2026920"/>
          </a:xfrm>
          <a:prstGeom prst="roundRect">
            <a:avLst>
              <a:gd name="adj" fmla="val 5414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935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simple budget split for total budget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original-model runs: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initial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validation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infill/verify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If validation runs are too costly, use cross-validation on the initial design instead of a separate set, and rely on verification of candidates as extra validation near the optimum.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Scaling, validation points and practical choices under a budget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errors land depends on where samples land</a:t>
            </a:r>
            <a:endParaRPr lang="en-US" sz="28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With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40 CFD runs for a two-variable heat-exchanger study: 20 LHS initial + 0 separate validation (5-fold CV instead) + 20 sequential infill/verification runs is a typical choice. In this course, the analytical model is cheap, so we often use large separate validation sets purely for teaching.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Record the sampler, seed, bounds and scaling in your notebook so the design can be regenerated exactly.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Scaling, validation points and practical choices under a budget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Should validation points be chosen near the training points to check the surrogate carefully?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Scaling, validation points and practical choices under a budget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Should validation points be chosen near the training points to check the surrogate carefully?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No — points next to training samples will look accurate by construction. Validation points should be spread over the region of interest, ideally independently sampled.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Scaling, validation points and practical choices under a budget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errors land depends on where samples land</a:t>
            </a:r>
            <a:endParaRPr lang="en-US" sz="28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Including the validation points in training afterwards invalidates the whole study.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Once the validation is reported, refitting on all data for the final surrogate is common and sensible — but report the validation that was done before merging.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Spread samples, keep validation separate (or use CV), and plan the budget for later infill and verification.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Where errors land depends on where samples land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Spread samples, keep validation separate (or use CV), and plan the budget for later infill and verification.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8.1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Polynomial response surfaces and radial basis functions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That completes Module 7. Before moving on, review the Module 7 flashcards and take its quiz in the course (pass mark 70%). Next: Module 8, Surrogate model families.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7, Lesson 3: Scaling, validation points and practical choices under a budget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