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98021ff-adc8-e504-0bff-fbc22744c8db}">
          <p14:sldIdLst>
            <p14:sldId id="256"/>
          </p14:sldIdLst>
        </p14:section>
        <p14:section name="Lesson 1: Notebooks, cells, execution order and variables" id="{89cfe22d-b539-019a-b310-dd1f951cae1f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3a0f72d2-5b06-862c-afb6-ac2dfa1818e1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2, Lesson 1 of the self-paced course Machine Learning Fundamentals for Surrogate-Based Engineering Optimization: Notebooks, cells, execution order and variables. This lesson belongs to the module Python and Jupyter foundations and takes about 9 minutes. In this lesson: What a notebook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notebook is. A Jupyter notebook (.ipynb file) mixes explanatory text (Markdown cells) with runnable Python (code cells). Code runs in a kernel — a Python process that remembers variables between cells. Outputs (numbers, tables, plots) appear under each cell. The number in [ ] beside a cell records the order in which cells were run, which may differ from their order on the page. Look at the figure. Anatomy of a notebook: Markdown cell, code cells with execution counters, output, and an unexecuted cell. A notebook mock-up: a Markdown cell with text; code cell [1] setting s and t; code cell [2] computing R with output 0.889 shown below it; an empty-counter cell not yet run. Annotations explain that the counter shows run order and that the kernel remembers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Code is not an equation. N_fins = W_mm / (s_mm + t_mm) means “compute the right-hand side now and store it under the name on the left”. If you later change s_mm, N_fins does not update until you re-run its cell. (The code listing is shown on the slide: # A first notebook cell: variables with units in their names; s_mm = 1.5          # fin gap, mm; t_mm = 0.6          # fin thickness, mm; W_mm = 50.0         # heat-sink width, mm; N_fins = W_mm / (s_mm + t_mm)   # continuous fin count; print("Number of fins:", round(N_fins, 2)))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Notebooks are ideal for engineering studies because the narrative (assumptions, units, interpretation) sits next to the calculation and the plot — a living lab report. A practical tip: Before submitting or reporting: Kernel → Restart Kernel and Run All Cells. If it runs cleanly, your notebook is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You run a cell setting s_mm = 1.5, then a cell computing N_fins, then go back and change the first cell to s_mm = 2.0 and run only that cell. What value does N_fins hold?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The old value computed with 1.5 mm. Variables are not live formulas; you must re-run the dependent cell. Use “Restart Kernel and Run All Cells” before trusting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The notebook runs top to bottom automatically, like a script. In fact: Cells run only when you execute them, in whatever order you choose. Hidden state from out-of-order execution is a major source of irreproducible results. The takeaway: Notebook = text + code + outputs. Execution order, not page order, determines variable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What a notebook is: Notebook = text + code + outputs. Execution order, not page order, determines variable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2: Notebooks, cells, execution order and variables. Next comes Lesson 2: Lists, arrays, functions, tables and plots.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2, Lesson 1 · Notebooks, cells, execution order and variables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2, Lesson 1 · Notebooks, cells, execution order and variables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02 · LESSON 1 OF 4 · ≈ 9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Notebooks, cells, execution order and variables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2: Python and Jupyter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What a notebook is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Notebooks, cells, execution order and variables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a notebook is</a:t>
            </a:r>
            <a:endParaRPr lang="en-US" sz="32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Jupyter notebook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file) mixes explanatory text (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Markdown cells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) with runnable Python (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code cells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). Code runs in a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kernel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— a Python process that remembers variables between cells. Outputs (numbers, tables, plots) appear under each cell. The number in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beside a cell records the </a:t>
            </a:r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order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in which cells were run, which may differ from their order on the page.</a:t>
            </a:r>
            <a:endParaRPr lang="en-US" sz="1500" dirty="0"/>
          </a:p>
        </p:txBody>
      </p:sp>
      <p:pic>
        <p:nvPicPr>
          <p:cNvPr id="8" name="figure" descr="A notebook mock-up: a Markdown cell with text; code cell [1] setting s and t; code cell [2] computing R with output 0.889 shown below it; an empty-counter cell not yet run. Annotations explain that the counter shows run order and that the kernel remembers variabl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476" y="2880360"/>
            <a:ext cx="6464744" cy="2743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Anatomy of a notebook: Markdown cell, code cells with execution counters, output, and an unexecuted cell.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Notebooks, cells, execution order and variables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a notebook is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2607056"/>
          </a:xfrm>
          <a:prstGeom prst="roundRect">
            <a:avLst>
              <a:gd name="adj" fmla="val 4209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251561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Code is not an equation.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N_fins = W_mm / (s_mm + t_mm)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means “compute the right-hand side now and store it under the name on the left”. If you later change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s_mm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N_fins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does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update until you re-run its cell.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first notebook cell: variables with units in their names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s_mm = 1.5          # fin gap, mm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t_mm = 0.6          # fin thickness, mm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W_mm = 50.0         # heat-sink width, mm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N_fins = W_mm / (s_mm + t_mm)   # continuous fin 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print("Number of fins:", round(N_fins, 2))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Notebooks, cells, execution order and variables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a notebook is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Notebooks are ideal for engineering studies because the narrative (assumptions, units, interpretation) sits next to the calculation and the plot — a living lab report.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Before submitting or reporting: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Kernel → Restart Kernel and Run All Cells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If it runs cleanly, your notebook is reproducible.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Notebooks, cells, execution order and variables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You run a cell setting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s_mm = 1.5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, then a cell computing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N_fins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, then go back and change the first cell to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s_mm = 2.0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 and run only that cell. What value does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N_fins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 hold?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Notebooks, cells, execution order and variables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You run a cell setting s_mm = 1.5, then a cell computing N_fins, then go back and change the first cell to s_mm = 2.0 and run only that cell. What value does N_fins hold?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The old value computed with 1.5 mm. Variables are not live formulas; you must re-run the dependent cell. Use “Restart Kernel and Run All Cells” before trusting results.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Notebooks, cells, execution order and variables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a notebook is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notebook runs top to bottom automatically, like a script.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Cells run only when you execute them, in whatever order you choose. Hidden state from out-of-order execution is a major source of irreproducible results.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Notebook = text + code + outputs. Execution order, not page order, determines variable values.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What a notebook is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Notebook = text + code + outputs. Execution order, not page order, determines variable values.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2.2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Lists, arrays, functions, tables and plots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2: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2, Lesson 1: Notebooks, cells, execution order and variables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