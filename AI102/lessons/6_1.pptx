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a28a10a-7255-7fee-60c7-8abaa95e87a7}">
          <p14:sldIdLst>
            <p14:sldId id="256"/>
          </p14:sldIdLst>
        </p14:section>
        <p14:section name="Lesson 1: Expensive models and their surrogates" id="{fef1d349-c4aa-e0f9-bd3a-d8184c444ba6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ummary" id="{eb8d356a-45d7-d14e-2145-28d5a2877daa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6, Lesson 1 of the self-paced course Machine Learning Fundamentals for Surrogate-Based Engineering Optimization: Expensive models and their surrogates. This lesson belongs to the module What engineering surrogates are and takes about 10 minutes. In this lesson: A fast approximation of a slow input–output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fast approximation of a slow input–output relationship. An expensive model — a CFD or FEA simulation, or a physical test — maps design variables to responses. A surrogate (also: metamodel, response surface, emulator) is a fitted function that imitates that mapping using a limited number of evaluated designs. It is not the simulator: it knows nothing beyond the samples and its own assumptions. Look at the figure. The true model (left) and a surrogate fitted to sampled designs (right). Change model family and sample size. Two colour maps over fin gap and thickness. Left: true log thermal resistance. Right: the surrogate prediction with sample points; contour shapes resemble the true ones more closely as samples increase. The readout gives validation RMSE and maximum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another view. Illustrative orders of magnitude of evaluation time. Horizontal bars on a log time axis: trained surrogate and analytical model microseconds; coarse CFD/FEA minutes; fine conjugate CFD hours. Labelled as illustrative, not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y = f(x) (expensive) ≈ ŷ = f̂(x; θ) (cheap), fitted to 𝒟 = {(x_i, f(x_i))}_i_{=1}^n In this course f is the analytical heat-sink model, and surrogates are fitted to log₁₀R because the logarithm varies more smoothly across the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Heat exchangers: surrogate of effectiveness and pressure drop vs tube pitch and fin density from 3-D CFD. Structures: surrogate of peak stress vs rib dimensions from FEA. Fluid machinery: surrogate of pump efficiency vs blade angles. A practical tip: Write down for every surrogate: inputs and ranges, fixed conditions, output transforms (e.g., log), training data source and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A surrogate was trained on heat-sink CFD with Δp = 5 Pa. Can it predict performance at Δp = 10 Pa?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No. Δp was fixed during sampling; it is not an input of the surrogate. The surrogate only represents the conditions under which its data were 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The surrogate is a faster version of the simulator. In fact: It is an approximation fitted to some simulator outputs. Its errors, valid range and assumptions are its own. The takeaway: Surrogate = cheap regression model of an expensive model, valid only for its inputs, ranges and fixed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A fast approximation of a slow input–output relationship: Surrogate = cheap regression model of an expensive model, valid only for its inputs, ranges and fixed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1 of Module 6: Expensive models and their surrogates. Next comes Lesson 2: Design variables, response surfaces, objectives and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6, Lesson 1 · Expensive models and their surrogates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6, Lesson 1 · Expensive models and their surrogates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06 · LESSON 1 OF 4 · ≈ 10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Expensive models and their surrogates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6: What engineering surrogates are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A fast approximation of a slow input–output relationship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6.1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Expensive models and their surrogates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 fast approximation of a slow input–output relationship</a:t>
            </a:r>
            <a:endParaRPr lang="en-US" sz="2400" dirty="0"/>
          </a:p>
        </p:txBody>
      </p:sp>
      <p:sp>
        <p:nvSpPr>
          <p:cNvPr id="5" name="icon-bg-intu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188720" y="1572768"/>
            <a:ext cx="10408615" cy="1143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An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expensive model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— a CFD or FEA simulation, or a physical test — maps design variables to responses. A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surrogate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(also: metamodel, response surface, emulator) is a fitted function that imitates that mapping using a limited number of evaluated designs. It is </a:t>
            </a:r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not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the simulator: it knows nothing beyond the samples and its own assumptions.</a:t>
            </a:r>
            <a:endParaRPr lang="en-US" sz="1500" dirty="0"/>
          </a:p>
        </p:txBody>
      </p:sp>
      <p:pic>
        <p:nvPicPr>
          <p:cNvPr id="8" name="figure" descr="Two colour maps over fin gap and thickness. Left: true log thermal resistance. Right: the surrogate prediction with sample points; contour shapes resemble the true ones more closely as samples increase. The readout gives validation RMSE and maximum error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912" y="2880360"/>
            <a:ext cx="6747872" cy="2743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6692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The true model (left) and a surrogate fitted to sampled designs (right). Change model family and sample size. (Interactive in the online course.)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Expensive models and their surrogates · Figure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 fast approximation of a slow input–output relationship</a:t>
            </a:r>
            <a:endParaRPr lang="en-US" sz="2400" dirty="0"/>
          </a:p>
        </p:txBody>
      </p:sp>
      <p:pic>
        <p:nvPicPr>
          <p:cNvPr id="5" name="figure" descr="Horizontal bars on a log time axis: trained surrogate and analytical model microseconds; coarse CFD/FEA minutes; fine conjugate CFD hours. Labelled as illustrative, not measur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5103" y="1645920"/>
            <a:ext cx="7681490" cy="3931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6525F"/>
                </a:solidFill>
              </a:rPr>
              <a:t>Illustrative orders of magnitude of evaluation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Expensive models and their surrogates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 fast approximation of a slow input–output relationship</a:t>
            </a:r>
            <a:endParaRPr lang="en-US" sz="24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305560"/>
          </a:xfrm>
          <a:prstGeom prst="roundRect">
            <a:avLst>
              <a:gd name="adj" fmla="val 8405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214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(expensive) ≈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ŷ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f̂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;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θ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(cheap), fitted to 𝒟 = {(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))}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=1</a:t>
            </a:r>
            <a:pPr algn="ctr" indent="0" marL="0">
              <a:buNone/>
            </a:pPr>
            <a:r>
              <a:rPr lang="en-US" sz="2000" i="1" baseline="30000" dirty="0">
                <a:solidFill>
                  <a:schemeClr val="tx1"/>
                </a:solidFill>
              </a:rPr>
              <a:t>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In this course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is the analytical heat-sink model, and surrogates are fitted to log₁₀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because the logarithm varies more smoothly across the space.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Expensive models and their surrogates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 fast approximation of a slow input–output relationship</a:t>
            </a:r>
            <a:endParaRPr lang="en-US" sz="24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Heat exchangers: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surrogate of effectiveness and pressure drop vs tube pitch and fin density from 3-D CFD.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Structures: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surrogate of peak stress vs rib dimensions from FEA.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Fluid machinery: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surrogate of pump efficiency vs blade angles.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Write down for every surrogate: inputs and ranges, fixed conditions, output transforms (e.g., log), training data source and size.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Expensive models and their surrogates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surrogate was trained on heat-sink CFD with Δp = 5 Pa. Can it predict performance at Δp = 10 Pa?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Expensive models and their surrogates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A surrogate was trained on heat-sink CFD with Δp = 5 Pa. Can it predict performance at Δp = 10 Pa?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No. Δp was fixed during sampling; it is not an input of the surrogate. The surrogate only represents the conditions under which its data were generated.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Expensive models and their surrogates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 fast approximation of a slow input–output relationship</a:t>
            </a:r>
            <a:endParaRPr lang="en-US" sz="24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The surrogate is a faster version of the simulator.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It is an approximation fitted to some simulator outputs. Its errors, valid range and assumptions are its own.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Surrogate = cheap regression model of an expensive model, valid only for its inputs, ranges and fixed conditions.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 fast approximation of a slow input–output relationship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Surrogate = cheap regression model of an expensive model, valid only for its inputs, ranges and fixed conditions.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6.2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Design variables, response surfaces, objectives and constraints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6: Lesson 2.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6, Lesson 1: Expensive models and their surrogates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2026-10-07T01:12:31Z</dcterms:created>
  <dcterms:modified xsi:type="dcterms:W3CDTF">2026-10-07T01:12:31Z</dcterms:modified>
</cp:coreProperties>
</file>