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3e5e49-7bb8-5692-49b0-6ab5ddfbc17b}">
          <p14:sldIdLst>
            <p14:sldId id="256"/>
          </p14:sldIdLst>
        </p14:section>
        <p14:section name="Lesson 3: Cross-validation and learning curves" id="{11025f98-31b8-9d67-dcbe-2e57cea2095a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ummary" id="{2fe9e92b-eb88-2c60-4cc2-a217effd9f57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5, Lesson 3 of the self-paced course Machine Learning Fundamentals for Surrogate-Based Engineering Optimization: Cross-validation and learning curves. This lesson belongs to the module Generalization and trustworthy validation and takes about 10 minutes. In this lesson: Reusing scarce data for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Reusing scarce data for validation. When data are expensive, setting aside a large validation set hurts. k-fold cross-validation splits the data into k parts (folds); each fold takes a turn as validation while the rest train; the k scores are averaged. Learning curves plot validation error against training-set size to show whether more data would help. Look at the figure. 5-fold cross-validation: each fold is the validation set exactly once. Five rows of five blocks; in each row a different block is highlighted orange as validation, the others blue for training. Each row yields a score; the CV score is their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another view. Learning curves (computed live): validation error versus number of training samples for three polynomial degrees. Three falling curves of log validation RMSE versus n. The degree-7 curve starts highest at small n and falls fastest; with enough data it beats degree 2, whose curve flattens at a higher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CV_k = (1)/(k) Σ_j_{=1}^k RMSE_j (or mean of squared errors across folds) k = n is leave-one-out CV. A model refit on each fold costs k fits — cheap for surrogates, since the expensive part (simulation) is already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With 30 CFD runs of a heat-exchanger design, 5-fold CV lets every run serve for both training and validation, comparing polynomial and GP surrogates without spending runs on a separate validation set. A practical tip: Use 5- or 10-fold CV for model selection with small data; shuffle with a recorded seed — unless data are grouped (next lesson).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A learning curve for a GP has flattened at validation RMSE 0.002 K/W from n = 20 to n = 40. Will doubling the data again help much?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Probably little — the curve has plateaued. Improvement now needs a different model, different sampling (e.g., near the optimum), or better data, not just more of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Cross-validation removes the need for a final test set. In fact: CV is used for selection; if you select using CV, a separate untouched test set (or a careful nested CV) still gives the unbiased final estimate. The takeaway: k-fold CV reuses data for validation; learning curves show whether more data would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Reusing scarce data for validation: k-fold CV reuses data for validation; learning curves show whether more data would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3 of Module 5: Cross-validation and learning curves. Next comes Lesson 4: Data leakage, pipelines and group-aware splits.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5, Lesson 3 · Cross-validation and learning curves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5, Lesson 3 · Cross-validation and learning curves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05 · LESSON 3 OF 5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Cross-validation and learning curves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5: Generalization and trustworthy validation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Reusing scarce data for validation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5.3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Cross-validation and learning curves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Reusing scarce data for validation</a:t>
            </a:r>
            <a:endParaRPr lang="en-US" sz="32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When data are expensive, setting aside a large validation set hurts.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k-fold cross-validation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splits the data into k parts (folds); each fold takes a turn as validation while the rest train; the k scores are averaged.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Learning curves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plot validation error against training-set size to show whether more data would help.</a:t>
            </a:r>
            <a:endParaRPr lang="en-US" sz="1400" dirty="0"/>
          </a:p>
        </p:txBody>
      </p:sp>
      <p:pic>
        <p:nvPicPr>
          <p:cNvPr id="8" name="figure" descr="Five rows of five blocks; in each row a different block is highlighted orange as validation, the others blue for training. Each row yields a score; the CV score is their mea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41" y="2743200"/>
            <a:ext cx="9706813" cy="2880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5-fold cross-validation: each fold is the validation set exactly once.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Cross-validation and learning curves · Figure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Reusing scarce data for validation</a:t>
            </a:r>
            <a:endParaRPr lang="en-US" sz="3200" dirty="0"/>
          </a:p>
        </p:txBody>
      </p:sp>
      <p:pic>
        <p:nvPicPr>
          <p:cNvPr id="5" name="figure" descr="Three falling curves of log validation RMSE versus n. The degree-7 curve starts highest at small n and falls fastest; with enough data it beats degree 2, whose curve flattens at a higher erro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003" y="1645920"/>
            <a:ext cx="6559688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6525F"/>
                </a:solidFill>
              </a:rPr>
              <a:t>Learning curves (computed live): validation error versus number of training samples for three polynomial degrees.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Cross-validation and learning curves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Reusing scarce data for validation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305560"/>
          </a:xfrm>
          <a:prstGeom prst="roundRect">
            <a:avLst>
              <a:gd name="adj" fmla="val 8405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214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CV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(1)/(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Σ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=1</a:t>
            </a:r>
            <a:pPr algn="ctr" indent="0" marL="0">
              <a:buNone/>
            </a:pPr>
            <a:r>
              <a:rPr lang="en-US" sz="2000" i="1" baseline="30000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RMSE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(or mean of squared errors across folds)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is leave-one-out CV. A model refit on each fold costs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fits — cheap for surrogates, since the expensive part (simulation) is already done.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Cross-validation and learning curves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Reusing scarce data for validation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With 30 CFD runs of a heat-exchanger design, 5-fold CV lets every run serve for both training and validation, comparing polynomial and GP surrogates without spending runs on a separate validation set.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Use 5- or 10-fold CV for model selection with small data; shuffle with a recorded seed — unless data are grouped (next lesson).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Cross-validation and learning curves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learning curve for a GP has flattened at validation RMSE 0.002 K/W from n = 20 to n = 40. Will doubling the data again help much?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Cross-validation and learning curves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A learning curve for a GP has flattened at validation RMSE 0.002 K/W from n = 20 to n = 40. Will doubling the data again help much?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Probably little — the curve has plateaued. Improvement now needs a different model, different sampling (e.g., near the optimum), or better data, not just more of the same.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Cross-validation and learning curves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Reusing scarce data for validation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Cross-validation removes the need for a final test set.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CV is used for selection; if you select using CV, a separate untouched test set (or a careful nested CV) still gives the unbiased final estimate.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k-fold CV reuses data for validation; learning curves show whether more data would help.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Reusing scarce data for validation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k-fold CV reuses data for validation; learning curves show whether more data would help.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5.4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Data leakage, pipelines and group-aware splits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5: Lesson 4.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5, Lesson 3: Cross-validation and learning curves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