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b4206bb-4419-b476-f401-856351086a76}">
          <p14:sldIdLst>
            <p14:sldId id="256"/>
          </p14:sldIdLst>
        </p14:section>
        <p14:section name="Lesson 5: Why good average accuracy may be insufficient near an optimum" id="{301f4f05-a121-e7c4-9eee-b6b7a30dfd1b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26abf0d5-4944-33c0-fe6d-794b4e47f1c2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5, Lesson 5 of the self-paced course Machine Learning Fundamentals for Surrogate-Based Engineering Optimization: Why good average accuracy may be insufficient near an optimum. This lesson belongs to the module Generalization and trustworthy validation and takes about 8 minutes. In this lesson: Average accuracy vs accuracy where decisions are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accuracy vs accuracy where decisions are made. Validation metrics average over the whole design space. Optimization, however, cares about a small region — near the best designs — where differences between candidates may be tiny. A surrogate can have a fine global RMSE yet misplace the optimum or misjudge its value. Look at the figure. A cubic fit with acceptable global error places its minimum away from the true minimum on a 1-D slice. Plot of true R versus fin gap at t = 0.35 mm, a cubic fit from six samples, the region near the optimum shaded green, the true minimum as a star and the fit’s minimum as a hollow circle. The readout compares global and local RMSE and the true R at the fitted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Let x* minimize the true f and x̂* minimize the surrogate f̂. What matters is the verified gap Δ = f(x̂*) − f(x*) ≥ 0 which depends on surrogate error near the optima, not on its average error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In the heat sink, R ranges from about 0.57 to over 4 K/W across the bounds, but feasible designs near the optimum differ by only a few thousandths of a K/W. An error of 0.01 K/W can reorder those candidates. A practical tip: Report errors separately for the region of good designs (e.g., best 20% of validation points) as well as globally — and verify candidates.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Surrogate A has global RMSE 0.02 K/W; surrogate B 0.04 K/W, but B is much more accurate within 0.2 mm of the optimum. Which is better for optimization?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Probably B. Optimization quality depends on accuracy where the optimizer will look. Always verify the candidate either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If validation RMSE is small, the surrogate optimum is close to the true optimum. In fact: Not necessarily; local errors and flat objectives can mislead. Verification with the original model (Module 11) is required. The takeaway: Good average accuracy ≠ good optimum; check local error and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Average accuracy vs accuracy where decisions are made: Good average accuracy ≠ good optimum; check local error and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5 of Module 5: Why good average accuracy may be insufficient near an optimum. This was the last lesson of the module, so review the flashcards and take the Module 5 quiz in the course. Next comes Module 6, What engineering surrogates are, starting with Expensive models and their surrogates.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5, Lesson 5 · Why good average accuracy may be insufficient near an optimum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5, Lesson 5 · Why good average accuracy may be insufficient near an optimum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05 · LESSON 5 OF 5 · ≈ 8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Why good average accuracy may be insufficient near an optimum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5: Generalization and trustworthy validation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Average accuracy vs accuracy where decisions are made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5.5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Average accuracy vs accuracy where decisions are made</a:t>
            </a:r>
            <a:endParaRPr lang="en-US" sz="25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Validation metrics average over the whole design space. Optimization, however, cares about a small region — near the best designs — where differences between candidates may be tiny. A surrogate can have a fine global RMSE yet misplace the optimum or misjudge its value.</a:t>
            </a:r>
            <a:endParaRPr lang="en-US" sz="2000" dirty="0"/>
          </a:p>
        </p:txBody>
      </p:sp>
      <p:pic>
        <p:nvPicPr>
          <p:cNvPr id="9" name="figure" descr="Plot of true R versus fin gap at t = 0.35 mm, a cubic fit from six samples, the region near the optimum shaded green, the true minimum as a star and the fit’s minimum as a hollow circle. The readout compares global and local RMSE and the true R at the fitted minimum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01141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4748771"/>
            <a:ext cx="5653735" cy="1469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A cubic fit with acceptable global error places its minimum away from the true minimum on a 1-D slice.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Average accuracy vs accuracy where decisions are made</a:t>
            </a:r>
            <a:endParaRPr lang="en-US" sz="25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2026920"/>
          </a:xfrm>
          <a:prstGeom prst="roundRect">
            <a:avLst>
              <a:gd name="adj" fmla="val 5414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935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Let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 minimize the true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and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x̂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 minimize the surrogate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f̂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. What matters is the verified gap</a:t>
            </a:r>
            <a:endParaRPr lang="en-US" sz="2000" dirty="0"/>
          </a:p>
          <a:p>
            <a:pPr algn="ctr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Δ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x̂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*) −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f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(</a:t>
            </a:r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*) ≥ 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which depends on surrogate error </a:t>
            </a:r>
            <a:pPr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near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the optima, not on its average error elsewhere.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Average accuracy vs accuracy where decisions are made</a:t>
            </a:r>
            <a:endParaRPr lang="en-US" sz="25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In the heat sink,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ranges from about 0.57 to over 4 K/W across the bounds, but feasible designs near the optimum differ by only a few thousandths of a K/W. An error of 0.01 K/W can reorder those candidates.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Report errors separately for the region of good designs (e.g., best 20% of validation points) as well as globally — and verify candidates.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Surrogate A has global RMSE 0.02 K/W; surrogate B 0.04 K/W, but B is much more accurate within 0.2 mm of the optimum. Which is better for optimization?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Surrogate A has global RMSE 0.02 K/W; surrogate B 0.04 K/W, but B is much more accurate within 0.2 mm of the optimum. Which is better for optimization?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Probably B. Optimization quality depends on accuracy where the optimizer will look. Always verify the candidate either way.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5 · Why good average accuracy may be insufficient near an optimum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Average accuracy vs accuracy where decisions are made</a:t>
            </a:r>
            <a:endParaRPr lang="en-US" sz="25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If validation RMSE is small, the surrogate optimum is close to the true optimum.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Not necessarily; local errors and flat objectives can mislead. Verification with the original model (Module 11) is required.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Good average accuracy ≠ good optimum; check local error and verify.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Average accuracy vs accuracy where decisions are made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Good average accuracy ≠ good optimum; check local error and verify.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6.1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Expensive models and their surrogates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5. Before moving on, review the Module 5 flashcards and take its quiz in the course (pass mark 70%). Next: Module 6, What engineering surrogates are.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5, Lesson 5: Why good average accuracy may be insufficient near an optimum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2026-10-07T01:12:31Z</dcterms:created>
  <dcterms:modified xsi:type="dcterms:W3CDTF">2026-10-07T01:12:31Z</dcterms:modified>
</cp:coreProperties>
</file>