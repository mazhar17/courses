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e85d380-6ca8-b4fa-5833-a13fde5dfd5f}">
          <p14:sldIdLst>
            <p14:sldId id="256"/>
          </p14:sldIdLst>
        </p14:section>
        <p14:section name="Lesson 2: Constraint surrogates and optimizer exploitation" id="{b8582fec-5dfb-1f1b-d9da-30c00f1b955e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c3597794-e75b-115e-068a-c8c994c8229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11, Lesson 2 of the self-paced course Machine Learning Fundamentals for Surrogate-Based Engineering Optimization: Constraint surrogates and optimizer exploitation. This lesson belongs to the module Surrogate-based optimization and takes about 11 minutes. In this lesson: When the optimizer finds the surrogate’s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optimizer finds the surrogate’s mistakes. An optimizer is a relentless searcher for the lowest predicted value. If the surrogate has a spurious dip — from overfitting, an outlier, or extrapolation — the optimizer will find and exploit it. The same applies to constraint surrogates: an under-predicted constraint makes an infeasible design look feasible. Look at the figure. A cubic fitted to five samples dives beyond the last sample; the optimizer picks that unsampled edge. Plot of true R versus fin gap with five samples between 0.9 and 2.7 mm and a cubic surrogate. Beyond 2.7 mm (shaded, no data) the cubic falls steeply; the optimizer chooses s = 3.0 mm with a predicted R near 0.42 K/W, while the verified value (red ×) is about 0.79 K/W.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Safeguards: • Prefer smooth, validated surrogates; avoid excessive flexibility with few points.
• Constrain the optimizer to the sampled region or a trust region around the best verified design.
• Use a constraint margin: require ĝ(x) + k·σ_g(x) ≤ 0 (with a GP), or a fixed safety margin.
• Always verify candidates; add them to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Heat sink: ΔT_{air} rises steeply at small gaps. If its surrogate under-predicts there, the optimizer may pick an infeasible small-gap design. Mass is computed exactly, so it cannot be exploited — a strong argument for computing cheap responses exactly. A practical tip: Plot candidates on the error/uncertainty map; candidates in high-uncertainty regions deserve scepticism (or deliberate exploration, Module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The optimizer’s candidate lies right at a corner of the bounds where there are no samples, with a remarkably low predicted R. What should you suspect?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Exploitation of extrapolation error. Verify, and consider a trust region or more samples near that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better optimizer will fix bad surrogate predictions. In fact: A better optimizer finds surrogate errors more effectively. Fix the surrogate (data, model, margins), not the optimizer. The takeaway: Optimizers exploit surrogate errors; use smooth models, margins, trust regions and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When the optimizer finds the surrogate’s mistakes: Optimizers exploit surrogate errors; use smooth models, margins, trust regions and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11: Constraint surrogates and optimizer exploitation. Next comes Lesson 3: Stopping criteria and fair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11, Lesson 2 · Constraint surrogates and optimizer exploitation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11, Lesson 2 · Constraint surrogates and optimizer exploitation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11 · LESSON 2 OF 3 · ≈ 11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Constraint surrogates and optimizer exploitation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11: Surrogate-based optimization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When the optimizer finds the surrogate’s mistakes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11.2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When the optimizer finds the surrogate’s mistakes</a:t>
            </a:r>
            <a:endParaRPr lang="en-US" sz="27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 optimizer is a relentless searcher for the lowest predicted value. If the surrogate has a spurious dip — from overfitting, an outlier, or extrapolation — the optimizer will find and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exploit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it. The same applies to constraint surrogates: an under-predicted constraint makes an infeasible design look feasible.</a:t>
            </a:r>
            <a:endParaRPr lang="en-US" sz="2000" dirty="0"/>
          </a:p>
        </p:txBody>
      </p:sp>
      <p:pic>
        <p:nvPicPr>
          <p:cNvPr id="9" name="figure" descr="Plot of true R versus fin gap with five samples between 0.9 and 2.7 mm and a cubic surrogate. Beyond 2.7 mm (shaded, no data) the cubic falls steeply; the optimizer chooses s = 3.0 mm with a predicted R near 0.42 K/W, while the verified value (red ×) is about 0.79 K/W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3888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126246"/>
            <a:ext cx="5653735" cy="109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A cubic fitted to five samples dives beyond the last sample; the optimizer picks that unsampled edge.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When the optimizer finds the surrogate’s mistakes</a:t>
            </a:r>
            <a:endParaRPr lang="en-US" sz="27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3159760"/>
          </a:xfrm>
          <a:prstGeom prst="roundRect">
            <a:avLst>
              <a:gd name="adj" fmla="val 347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3068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Safeguards: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Prefer smooth, validated surrogates; avoid excessive flexibility with few points.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Constrain the optimizer to the sampled region or a trust region around the best verified design.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constraint margin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require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ĝ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+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·σ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g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≤ 0 (with a GP), or a fixed safety margin.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Always verify candidates; add them to the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When the optimizer finds the surrogate’s mistakes</a:t>
            </a:r>
            <a:endParaRPr lang="en-US" sz="27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Heat sink: Δ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air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rises steeply at small gaps. If its surrogate under-predicts there, the optimizer may pick an infeasible small-gap design. Mass is computed exactly, so it cannot be exploited — a strong argument for computing cheap responses exactly.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Plot candidates on the error/uncertainty map; candidates in high-uncertainty regions deserve scepticism (or deliberate exploration, Module 12).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The optimizer’s candidate lies right at a corner of the bounds where there are no samples, with a remarkably low predicted R. What should you suspect?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The optimizer’s candidate lies right at a corner of the bounds where there are no samples, with a remarkably low predicted R. What should you suspect?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Exploitation of extrapolation error. Verify, and consider a trust region or more samples near that corner.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Constraint surrogates and optimizer exploitation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When the optimizer finds the surrogate’s mistakes</a:t>
            </a:r>
            <a:endParaRPr lang="en-US" sz="27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better optimizer will fix bad surrogate predictions.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better optimizer finds surrogate errors more effectively. Fix the surrogate (data, model, margins), not the optimizer.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Optimizers exploit surrogate errors; use smooth models, margins, trust regions and verification.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When the optimizer finds the surrogate’s mistakes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Optimizers exploit surrogate errors; use smooth models, margins, trust regions and verification.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11.3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Stopping criteria and fair comparisons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11: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11, Lesson 2: Constraint surrogates and optimizer exploitation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2026-10-07T01:12:32Z</dcterms:created>
  <dcterms:modified xsi:type="dcterms:W3CDTF">2026-10-07T01:12:32Z</dcterms:modified>
</cp:coreProperties>
</file>