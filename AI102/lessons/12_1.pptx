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5d417af-0902-4741-dcb0-2985474be1fe}">
          <p14:sldIdLst>
            <p14:sldId id="256"/>
          </p14:sldIdLst>
        </p14:section>
        <p14:section name="Lesson 1: Exploration versus exploitation" id="{fc9c3b43-b3c3-fa4c-c623-ce4c8756c54f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11b49540-2637-6c51-4a22-dbf11f2a3949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12, Lesson 1 of the self-paced course Machine Learning Fundamentals for Surrogate-Based Engineering Optimization: Exploration versus exploitation. This lesson belongs to the module Sequential learning and Bayesian optimization and takes about 9 minutes. In this lesson: Sample where it looks good, or where you know little?.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where it looks good, or where you know little?. Exploitation: sample where the surrogate predicts the best value (lowest μ). Exploration: sample where uncertainty σ is highest, to learn. Pure exploitation can get stuck refining a local valley; pure exploration wastes evaluations on regions that are clearly poor. Good strategies balance both. Look at the figure. A GP fitted to four samples of a synthetic multimodal function: the pure-exploitation, pure-exploration and expected-improvement choices differ. GP mean and band over a 1-D design variable. Three vertical lines: “exploit: min μ” near the best observed sample, “explore: max σ” in the largest gap, and “EI balances both” at an intermediate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Lower confidence bound (for minimization) makes the trade-off explicit: LCB(x) = μ(x) − κ σ(x), next sample = arg min LCB κ is the exploration weight: 0 = pure exploitation; large = mostly exploration.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In a turbomachinery study with 40 CFD runs, early iterations benefit from exploration (find the right region), later ones from exploitation (refine the best design). A practical tip: If successive candidates cluster tightly while large regions remain unexplored, increase exploration (κ, or ξ in EI).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With κ = 0, which point does LCB select?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The minimum of the GP mean — pure exploitation.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Exploration wastes evaluations. In fact: Without it, the search can miss a better region entirely; exploration is an investment. The takeaway: Exploit (low μ) vs explore (high σ); acquisition functions balance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Sample where it looks good, or where you know little?: Exploit (low μ) vs explore (high σ); acquisition functions balance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1 of Module 12: Exploration versus exploitation. Next comes Lesson 2: Acquisition functions and expected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12, Lesson 1 · Exploration versus exploitation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12, Lesson 1 · Exploration versus exploitation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12 · LESSON 1 OF 3 · ≈ 9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Exploration versus exploitation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12: Sequential learning and Bayesian optimization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Sample where it looks good, or where you know little?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12.1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Exploration versus exploitation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Sample where it looks good, or where you know little?</a:t>
            </a:r>
            <a:endParaRPr lang="en-US" sz="25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Exploitation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: sample where the surrogate predicts the best value (lowest μ).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Exploration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: sample where uncertainty σ is highest, to learn. Pure exploitation can get stuck refining a local valley; pure exploration wastes evaluations on regions that are clearly poor. Good strategies balance both.</a:t>
            </a:r>
            <a:endParaRPr lang="en-US" sz="2000" dirty="0"/>
          </a:p>
        </p:txBody>
      </p:sp>
      <p:pic>
        <p:nvPicPr>
          <p:cNvPr id="9" name="figure" descr="GP mean and band over a 1-D design variable. Three vertical lines: “exploit: min μ” near the best observed sample, “explore: max σ” in the largest gap, and “EI balances both” at an intermediate locatio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22111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4958479"/>
            <a:ext cx="5653735" cy="125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A GP fitted to four samples of a synthetic multimodal function: the pure-exploitation, pure-exploration and expected-improvement choices differ.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Exploration versus exploitation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Sample where it looks good, or where you know little?</a:t>
            </a:r>
            <a:endParaRPr lang="en-US" sz="25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995680"/>
          </a:xfrm>
          <a:prstGeom prst="roundRect">
            <a:avLst>
              <a:gd name="adj" fmla="val 11020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904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Lower confidence bound (for minimization) makes the trade-off explicit: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LCB(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μ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κ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σ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), next sample = arg min LCB</a:t>
            </a:r>
            <a:endParaRPr lang="en-US" sz="2000" dirty="0"/>
          </a:p>
        </p:txBody>
      </p:sp>
      <p:graphicFrame>
        <p:nvGraphicFramePr>
          <p:cNvPr id="4" name="mat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778760"/>
          <a:ext cx="10408615" cy="914400"/>
        </p:xfrm>
        <a:graphic>
          <a:graphicData uri="http://schemas.openxmlformats.org/drawingml/2006/table">
            <a:tbl>
              <a:tblPr/>
              <a:tblGrid>
                <a:gridCol w="2289895"/>
                <a:gridCol w="6036997"/>
                <a:gridCol w="208172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κ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exploration weight: 0 = pure exploitation; large = mostly exploration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8212B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Exploration versus exploitation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Sample where it looks good, or where you know little?</a:t>
            </a:r>
            <a:endParaRPr lang="en-US" sz="25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 a turbomachinery study with 40 CFD runs, early iterations benefit from exploration (find the right region), later ones from exploitation (refine the best design).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If successive candidates cluster tightly while large regions remain unexplored, increase exploration (κ, or ξ in EI).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Exploration versus exploitation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With κ = 0, which point does LCB select?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Exploration versus exploitation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With κ = 0, which point does LCB select?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The minimum of the GP mean — pure exploitation.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Exploration versus exploitation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Sample where it looks good, or where you know little?</a:t>
            </a:r>
            <a:endParaRPr lang="en-US" sz="25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Exploration wastes evaluations.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Without it, the search can miss a better region entirely; exploration is an investment.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Exploit (low μ) vs explore (high σ); acquisition functions balance them.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Sample where it looks good, or where you know little?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Exploit (low μ) vs explore (high σ); acquisition functions balance them.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12.2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Acquisition functions and expected improvement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12: Lesson 2.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12, Lesson 1: Exploration versus exploitation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2026-10-07T01:12:32Z</dcterms:created>
  <dcterms:modified xsi:type="dcterms:W3CDTF">2026-10-07T01:12:32Z</dcterms:modified>
</cp:coreProperties>
</file>