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1e87621-4cbc-84fa-020d-3fe53ded1c27}">
          <p14:sldIdLst>
            <p14:sldId id="256"/>
          </p14:sldIdLst>
        </p14:section>
        <p14:section name="Lesson 2: Kernels, length scales and scaling" id="{5b4adb7a-42af-5d12-de54-6f8e77f9b411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ummary" id="{9390d09a-d773-49d5-5296-1498cadf1259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9, Lesson 2 of the self-paced course Machine Learning Fundamentals for Surrogate-Based Engineering Optimization: Kernels, length scales and scaling. This lesson belongs to the module Gaussian processes and uncertainty and takes about 10 minutes. In this lesson: How the kernel encodes “nearby means similar”.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kernel encodes “nearby means similar”. The kernel (covariance function) states how strongly outputs at two inputs are correlated. The squared-exponential (SE, also RBF) kernel says correlation decays smoothly with distance. The length scale ℓ sets how far “nearby” extends: short ℓ → wiggly functions and fast-growing uncertainty between samples; long ℓ → smooth functions and confident interpolation. Look at the figure. Left: kernel correlation versus distance for three length scales. Right: random functions drawn from the GP prior with those length scales. Left: three bell-shaped decay curves, narrow for ℓ = 0.05, wider for 0.15 and 0.40. Right: three random curves — very wiggly for ℓ = 0.05, moderately smooth for 0.15, gently varying for 0.40.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k(x, x′) = σ_f^2 exp( − 1/2 Σ_j ((x_j − x′_j)^2)/(ℓ_j^2) ) σ_f² is the signal variance: typical squared deviation of f from its mean, in (units of y)². ℓ_j is the length scale for variable j (anisotropic if different per variable), in units of x_j (scaled units here). Hyperparameters (σ_f, ℓ_j, σ_n) are usually chosen by maximizing the marginal likelihood; this page uses a simple grid search over ℓ (disclosed in each demo). Because ℓ is measured in input units, scaling inputs to [0, 1] makes one default sensible for all variables; otherwise a single ℓ is meaningless when units differ.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For the heat sink, fitted length scales in scaled units are typically around 0.2–0.5 in both directions. A process with a sharp transition (e.g., onset of laminar–turbulent transition, or AM keyhole porosity) breaks the SE assumption of uniform smoothness; special kernels or input transformations are then needed. A practical tip: Use anisotropic length scales (one per variable) on scaled inputs; inspect the fitted values — a very large ℓ suggests the variable barely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You set ℓ = 0.03 (scaled) with 6 samples over [0, 1]. What will the GP mean look like between samples?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It will quickly revert to the overall mean between samples (spiky “bumps” at the data) and the uncertainty band will be wide almost everywhere — the length scale is far shorter than the sample spacing.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The kernel choice is a minor detail. In fact: The kernel is the GP’s core assumption about the function; it controls both predictions and uncertainty. The takeaway: Kernel + length scale = assumed smoothness; scale inputs so length scales are comparable.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How the kernel encodes “nearby means similar”: Kernel + length scale = assumed smoothness; scale inputs so length scales are comparable.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2 of Module 9: Kernels, length scales and scaling. Next comes Lesson 3: Noise versus limited knowledge, and a numerical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9, Lesson 2 · Kernels, length scales and scaling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9, Lesson 2 · Kernels, length scales and scaling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09 · LESSON 2 OF 3 · ≈ 10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Kernels, length scales and scaling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9: Gaussian processes and uncertainty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How the kernel encodes “nearby means similar”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9.2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Kernels, length scales and scaling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the kernel encodes “nearby means similar”</a:t>
            </a:r>
            <a:endParaRPr lang="en-US" sz="3000" dirty="0"/>
          </a:p>
        </p:txBody>
      </p:sp>
      <p:sp>
        <p:nvSpPr>
          <p:cNvPr id="5" name="icon-bg-intu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1188720" y="1572768"/>
            <a:ext cx="10408615" cy="1143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kernel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(covariance function) states how strongly outputs at two inputs are correlated. The squared-exponential (SE, also RBF) kernel says correlation decays smoothly with distance. The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length scale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ℓ sets how far “nearby” extends: short ℓ → wiggly functions and fast-growing uncertainty between samples; long ℓ → smooth functions and confident interpolation.</a:t>
            </a:r>
            <a:endParaRPr lang="en-US" sz="1500" dirty="0"/>
          </a:p>
        </p:txBody>
      </p:sp>
      <p:pic>
        <p:nvPicPr>
          <p:cNvPr id="8" name="figure" descr="Left: three bell-shaped decay curves, narrow for ℓ = 0.05, wider for 0.15 and 0.40. Right: three random curves — very wiggly for ℓ = 0.05, moderately smooth for 0.15, gently varying for 0.40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030" y="2880360"/>
            <a:ext cx="6397636" cy="27432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566928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Left: kernel correlation versus distance for three length scales. Right: random functions drawn from the GP prior with those length scales.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Kernels, length scales and scaling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the kernel encodes “nearby means similar”</a:t>
            </a:r>
            <a:endParaRPr lang="en-US" sz="30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584200"/>
          </a:xfrm>
          <a:prstGeom prst="roundRect">
            <a:avLst>
              <a:gd name="adj" fmla="val 18783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492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k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′) =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σ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f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exp( − 1/2 Σ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j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((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j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′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j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)/(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ℓ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j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)</a:t>
            </a:r>
            <a:endParaRPr lang="en-US" sz="2000" dirty="0"/>
          </a:p>
        </p:txBody>
      </p:sp>
      <p:graphicFrame>
        <p:nvGraphicFramePr>
          <p:cNvPr id="4" name="math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4440" y="2367280"/>
          <a:ext cx="10408615" cy="914400"/>
        </p:xfrm>
        <a:graphic>
          <a:graphicData uri="http://schemas.openxmlformats.org/drawingml/2006/table">
            <a:tbl>
              <a:tblPr/>
              <a:tblGrid>
                <a:gridCol w="2289895"/>
                <a:gridCol w="6036997"/>
                <a:gridCol w="208172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σ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8212B"/>
                          </a:solidFill>
                        </a:rPr>
                        <a:t>f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²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signal variance: typical squared deviation of f from its mean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(units of y)²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ℓ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8212B"/>
                          </a:solidFill>
                        </a:rPr>
                        <a:t>j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length scale for variable j (anisotropic if different per variable)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units of x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8212B"/>
                          </a:solidFill>
                        </a:rPr>
                        <a:t>j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 (scaled units here)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0" name="math-card"/>
          <p:cNvSpPr/>
          <p:nvPr/>
        </p:nvSpPr>
        <p:spPr>
          <a:xfrm>
            <a:off x="1143000" y="4397248"/>
            <a:ext cx="10500055" cy="1451864"/>
          </a:xfrm>
          <a:prstGeom prst="roundRect">
            <a:avLst>
              <a:gd name="adj" fmla="val 7558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11" name="math-text"/>
          <p:cNvSpPr txBox="1"/>
          <p:nvPr/>
        </p:nvSpPr>
        <p:spPr>
          <a:xfrm>
            <a:off x="1234440" y="4442968"/>
            <a:ext cx="10408615" cy="1360424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Hyperparameters (σ</a:t>
            </a:r>
            <a:pPr indent="0" marL="0">
              <a:buNone/>
            </a:pPr>
            <a:r>
              <a:rPr lang="en-US" sz="1900" baseline="-40000" dirty="0">
                <a:solidFill>
                  <a:schemeClr val="tx1"/>
                </a:solidFill>
              </a:rPr>
              <a:t>f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, ℓ</a:t>
            </a:r>
            <a:pPr indent="0" marL="0">
              <a:buNone/>
            </a:pPr>
            <a:r>
              <a:rPr lang="en-US" sz="1900" baseline="-40000" dirty="0">
                <a:solidFill>
                  <a:schemeClr val="tx1"/>
                </a:solidFill>
              </a:rPr>
              <a:t>j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, σ</a:t>
            </a:r>
            <a:pPr indent="0" marL="0">
              <a:buNone/>
            </a:pPr>
            <a:r>
              <a:rPr lang="en-US" sz="1900" baseline="-40000" dirty="0">
                <a:solidFill>
                  <a:schemeClr val="tx1"/>
                </a:solidFill>
              </a:rPr>
              <a:t>n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) are usually chosen by maximizing the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marginal likelihood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; this page uses a simple grid search over ℓ (disclosed in each demo). Because ℓ is measured in input units,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scaling inputs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to [0, 1] makes one default sensible for all variables; otherwise a single ℓ is meaningless when units differ.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Kernels, length scales and scaling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the kernel encodes “nearby means similar”</a:t>
            </a:r>
            <a:endParaRPr lang="en-US" sz="30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For the heat sink, fitted length scales in scaled units are typically around 0.2–0.5 in both directions. A process with a sharp transition (e.g., onset of laminar–turbulent transition, or AM keyhole porosity) breaks the SE assumption of uniform smoothness; special kernels or input transformations are then needed.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Use anisotropic length scales (one per variable) on scaled inputs; inspect the fitted values — a very large ℓ suggests the variable barely matters.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Kernels, length scales and scaling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You set ℓ = 0.03 (scaled) with 6 samples over [0, 1]. What will the GP mean look like between samples?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Kernels, length scales and scaling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You set ℓ = 0.03 (scaled) with 6 samples over [0, 1]. What will the GP mean look like between samples?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It will quickly revert to the overall mean between samples (spiky “bumps” at the data) and the uncertainty band will be wide almost everywhere — the length scale is far shorter than the sample spacing.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2 · Kernels, length scales and scaling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the kernel encodes “nearby means similar”</a:t>
            </a:r>
            <a:endParaRPr lang="en-US" sz="30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The kernel choice is a minor detail.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The kernel is the GP’s core assumption about the function; it controls both predictions and uncertainty.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Kernel + length scale = assumed smoothness; scale inputs so length scales are comparable.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How the kernel encodes “nearby means similar”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Kernel + length scale = assumed smoothness; scale inputs so length scales are comparable.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9.3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Noise versus limited knowledge, and a numerical example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Next in Module 9: Lesson 3. Mark this lesson complete in the course before continuing.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9, Lesson 2: Kernels, length scales and scaling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2026-10-07T01:12:31Z</dcterms:created>
  <dcterms:modified xsi:type="dcterms:W3CDTF">2026-10-07T01:12:31Z</dcterms:modified>
</cp:coreProperties>
</file>