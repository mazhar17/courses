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84feb21-b0f7-1369-3f6f-00bc12454916}">
          <p14:sldIdLst>
            <p14:sldId id="256"/>
          </p14:sldIdLst>
        </p14:section>
        <p14:section name="Lesson 2: Design variables, response surfaces, objectives and constraints" id="{8ac4f960-7065-0fee-7ab4-25ad92fa3fe3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c58ba200-d231-c8e8-fd63-f97f10937d0b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6, Lesson 2 of the self-paced course Machine Learning Fundamentals for Surrogate-Based Engineering Optimization: Design variables, response surfaces, objectives and constraints. This lesson belongs to the module What engineering surrogates are and takes about 9 minutes. In this lesson: Formulating the design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Formulating the design problem. Design variables are what you choose (here s, t), within bounds. The objective is what you minimize or maximize (here R). Constraints are requirements a design must satisfy (mass ≤ 0.070 kg; ΔT_{air} ≤ 12 K). Designs satisfying all constraints are feasible. Look at the figure. The heat-sink design space: objective contours, infeasible regions and the constrained optimum. Colour map of R with contours. Red shading marks infeasible designs: thick fins or many fins violate the mass limit (solid red line), very small gaps violate the air-temperature limit (dashed red line). A star marks the constrained optimum on the mass-limit line near s = 1.85 mm, t = 0.35 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min_x R(x) s.t. g_1(x) = m(x) − 0.070 kg ≤ 0, g_2(x) = ΔT_{air}(x) − 12 K ≤ 0, x_L ≤ x ≤ x_U x = (s, t) is the design vector, in mm. x_L, x_U is the bounds (0.8, 0.2) and (3.0, 1.5), in mm. g_j(x) ≤ 0 is the inequality constraints written in standard form, in kg,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Constraints can be cheap (mass from geometry) or expensive (ΔT_{air} needs the flow solution). Model only the expensive ones with surrogates; compute cheap ones exactly. Structural example: minimize mass s.t. deflection ≤ limit (expensive, FEA) and plate thickness ≥ 2 mm (bound). A practical tip: Write constraints as g(x) ≤ 0 with units, and normalize them (e.g., divide by the limit) when combining them in penalties.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Why is the constrained optimum not at the unconstrained minimum of R?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The unconstrained minimum (≈0.570 K/W at t ≈ 0.49 mm) weighs about 0.083 kg, violating the 0.070 kg limit; the best feasible design therefore lies on the mass-limit boundary with thinner fins.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Constraints are added after optimization by discarding infeasible results. In fact: They must be part of the formulation; the optimizer needs to know them to search the feasible region effectively. The takeaway: Problem = variables + bounds + objective + constraints; model expensive responses, compute cheap ones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Formulating the design problem: Problem = variables + bounds + objective + constraints; model expensive responses, compute cheap ones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2 of Module 6: Design variables, response surfaces, objectives and constraints. Next comes Lesson 3: Interpolation vs extrapolation; global vs local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6, Lesson 2 · Design variables, response surfaces, objectives and constraints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6, Lesson 2 · Design variables, response surfaces, objectives and constraints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06 · LESSON 2 OF 4 · ≈ 9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Design variables, response surfaces, objectives and constraints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6: What engineering surrogates 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Formulating the design problem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6.2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Design variables, response surfaces, objectives and constraints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Formulating the design problem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Design variables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are what you choose (here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), within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bounds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The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objective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is what you minimize or maximize (here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).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Constraints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are requirements a design must satisfy (mass ≤ 0.070 kg; Δ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air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≤ 12 K). Designs satisfying all constraints are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feasible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pic>
        <p:nvPicPr>
          <p:cNvPr id="9" name="figure" descr="Colour map of R with contours. Red shading marks infeasible designs: thick fins or many fins violate the mass limit (solid red line), very small gaps violate the air-temperature limit (dashed red line). A star marks the constrained optimum on the mass-limit line near s = 1.85 mm, t = 0.35 mm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71603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453391"/>
            <a:ext cx="5653735" cy="764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The heat-sink design space: objective contours, infeasible regions and the constrained optimum.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Design variables, response surfaces, objectives and constraints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Formulating the design problem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894080"/>
          </a:xfrm>
          <a:prstGeom prst="roundRect">
            <a:avLst>
              <a:gd name="adj" fmla="val 1227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802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min</a:t>
            </a:r>
            <a:pPr algn="ctr"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s.t.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m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− 0.070 kg ≤ 0,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Δ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air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− 12 K ≤ 0,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L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≤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≤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U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67716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x = (s, t)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design vector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mm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L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, x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U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bounds (0.8, 0.2) and (3.0, 1.5)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mm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j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(x) ≤ 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inequality constraints written in standard form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kg, 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Design variables, response surfaces, objectives and constraints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Formulating the design problem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Constraints can be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cheap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(mass from geometry) or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expensive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(Δ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air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needs the flow solution). Model only the expensive ones with surrogates; compute cheap ones exactly. Structural example: minimize mass s.t. deflection ≤ limit (expensive, FEA) and plate thickness ≥ 2 mm (bound).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Write constraints as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g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) ≤ 0 with units, and normalize them (e.g., divide by the limit) when combining them in penalties.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Design variables, response surfaces, objectives and constraints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Why is the constrained optimum not at the unconstrained minimum of R?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Design variables, response surfaces, objectives and constraints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Why is the constrained optimum not at the unconstrained minimum of R?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The unconstrained minimum (≈0.570 K/W at t ≈ 0.49 mm) weighs about 0.083 kg, violating the 0.070 kg limit; the best feasible design therefore lies on the mass-limit boundary with thinner fins.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Design variables, response surfaces, objectives and constraints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Formulating the design problem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Constraints are added after optimization by discarding infeasible results.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They must be part of the formulation; the optimizer needs to know them to search the feasible region effectively.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Problem = variables + bounds + objective + constraints; model expensive responses, compute cheap ones exactly.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Formulating the design problem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Problem = variables + bounds + objective + constraints; model expensive responses, compute cheap ones exactly.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6.3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Interpolation vs extrapolation; global vs local accuracy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6: Lesson 3.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6, Lesson 2: Design variables, response surfaces, objectives and constraints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