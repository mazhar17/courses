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2aa1100-9333-cb88-6c19-4a3adc1f5ce0}">
          <p14:sldIdLst>
            <p14:sldId id="256"/>
          </p14:sldIdLst>
        </p14:section>
        <p14:section name="Lesson 1: Polynomial response surfaces and radial basis functions" id="{6b9d5508-2d1a-b8c4-53e8-d8182b0682e4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7ed2b85a-767a-42d6-af8b-7e6c993e3439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8, Lesson 1 of the self-paced course Machine Learning Fundamentals for Surrogate-Based Engineering Optimization: Polynomial response surfaces and radial basis functions. This lesson belongs to the module Surrogate model families and takes about 11 minutes. In this lesson: Two classic surrogate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classic surrogate families. A polynomial response surface fits a low-order polynomial (typically quadratic) by least squares: smooth, few parameters, easy to interpret, but cannot follow complicated shapes. A radial basis function (RBF) model places a “bump” function at each sample and combines them so that the surface passes exactly through all samples: flexible and accurate for smooth deterministic data, but no built-in uncertainty. Look at the figure. Five model families fitted to the same 1-D heat-sink samples. One-dimensional plot of R versus fin gap with equally spaced samples. A dropdown switches between quadratic and quartic polynomials, cubic RBF, Gaussian process (with uncertainty band) and a simplified random forest (stepped curve). The readout reports error against the true curve and a short characterization.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Quadratic response surface in d variables: ŷ = β_0 + Σ_j β_jz_j + Σ_j_≤_k β_{jk}z_jz_k, number of terms = ((d+1)(d+2))/(2) Cubic RBF with linear tail: ŷ(z) = Σ_i_{=1}^n w_i ‖z − z_i‖^3 + c_0 + c^Tz The weights solve an (n + d + 1)-dimensional linear system that enforces ŷ(z_i) = y_i. A polynomial of total degree p in d variables has C(d+p, p)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Quadratic response surfaces are the long-standing workhorse of experimental design in manufacturing (e.g., roughness vs speed and feed) because they are robust with noisy data and give interpretable effects. RBFs are popular for deterministic CFD/FEA surrogates in aerospace and turbomachinery. A practical tip: Start with a quadratic polynomial as a baseline surrogate; it tells you how much nonlinearity more flexible models must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How many coefficients does a full quadratic in 3 variables have, and can you fit it to 8 samples?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(3+1)(3+2)/2 = 10 coefficients — more than 8 samples, so least squares is under-determined. You need at least 10, preferably 15–20.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Interpolating models are always more accurate than regression models. In fact: With noisy data, interpolation reproduces noise. Even with noise-free data, interpolants can oscillate between samples. The takeaway: Polynomials: smooth, few parameters, limited shape. RBFs: interpolate samples, flexible, no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Two classic surrogate families: Polynomials: smooth, few parameters, limited shape. RBFs: interpolate samples, flexible, no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1 of Module 8: Polynomial response surfaces and radial basis functions. Next comes Lesson 2: Trees, random forests and neural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8, Lesson 1 · Polynomial response surfaces and radial basis functions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8, Lesson 1 · Polynomial response surfaces and radial basis functions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08 · LESSON 1 OF 3 · ≈ 11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Polynomial response surfaces and radial basis functions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8: Surrogate model families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Two classic surrogate families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8.1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Polynomial response surfaces and radial basis functions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classic surrogate families</a:t>
            </a:r>
            <a:endParaRPr lang="en-US" sz="32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polynomial response surface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fits a low-order polynomial (typically quadratic) by least squares: smooth, few parameters, easy to interpret, but cannot follow complicated shapes. A 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radial basis function (RBF)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model places a “bump” function at each sample and combines them so that the surface passes exactly through all samples: flexible and accurate for smooth deterministic data, but no built-in uncertainty.</a:t>
            </a:r>
            <a:endParaRPr lang="en-US" sz="1800" dirty="0"/>
          </a:p>
        </p:txBody>
      </p:sp>
      <p:pic>
        <p:nvPicPr>
          <p:cNvPr id="9" name="figure" descr="One-dimensional plot of R versus fin gap with equally spaced samples. A dropdown switches between quadratic and quartic polynomials, cubic RBF, Gaussian process (with uncertainty band) and a simplified random forest (stepped curve). The readout reports error against the true curve and a short characterization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3050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5042362"/>
            <a:ext cx="5653735" cy="117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Five model families fitted to the same 1-D heat-sink samples. (Interactive in the online course.)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Polynomial response surfaces and radial basis functions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classic surrogate families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2540000"/>
          </a:xfrm>
          <a:prstGeom prst="roundRect">
            <a:avLst>
              <a:gd name="adj" fmla="val 4320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2448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Quadratic response surface in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variables:</a:t>
            </a:r>
            <a:endParaRPr lang="en-US" sz="2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ŷ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β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0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Σ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β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Σ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≤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β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jk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j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z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k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number of terms = ((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+1)(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+2))/(2)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Cubic RBF with linear tail:</a:t>
            </a:r>
            <a:endParaRPr lang="en-US" sz="2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ŷ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z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= Σ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=1</a:t>
            </a:r>
            <a:pPr algn="ctr" indent="0" marL="0">
              <a:buNone/>
            </a:pPr>
            <a:r>
              <a:rPr lang="en-US" sz="2000" i="1" baseline="30000" dirty="0">
                <a:solidFill>
                  <a:schemeClr val="tx1"/>
                </a:solidFill>
              </a:rPr>
              <a:t>n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w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‖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z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−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z</a:t>
            </a:r>
            <a:pPr algn="ctr" indent="0" marL="0">
              <a:buNone/>
            </a:pPr>
            <a:r>
              <a:rPr lang="en-US" sz="2000" i="1" baseline="-40000" dirty="0">
                <a:solidFill>
                  <a:schemeClr val="tx1"/>
                </a:solidFill>
              </a:rPr>
              <a:t>i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‖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3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c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0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</a:t>
            </a:r>
            <a:pPr algn="ctr"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T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z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weights solve an (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+ 1)-dimensional linear system that enforces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ŷ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z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=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A polynomial of total degree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p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in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variables has C(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+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p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p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terms.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Polynomial response surfaces and radial basis functions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classic surrogate families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Quadratic response surfaces are the long-standing workhorse of experimental design in manufacturing (e.g., roughness vs speed and feed) because they are robust with noisy data and give interpretable effects. RBFs are popular for deterministic CFD/FEA surrogates in aerospace and turbomachinery.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Start with a quadratic polynomial as a baseline surrogate; it tells you how much nonlinearity more flexible models must capture.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Polynomial response surfaces and radial basis functions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How many coefficients does a full quadratic in 3 variables have, and can you fit it to 8 samples?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Polynomial response surfaces and radial basis functions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How many coefficients does a full quadratic in 3 variables have, and can you fit it to 8 samples?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(3+1)(3+2)/2 = 10 coefficients — more than 8 samples, so least squares is under-determined. You need at least 10, preferably 15–20.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1 · Polynomial response surfaces and radial basis functions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classic surrogate families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Interpolating models are always more accurate than regression models.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With noisy data, interpolation reproduces noise. Even with noise-free data, interpolants can oscillate between samples.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Polynomials: smooth, few parameters, limited shape. RBFs: interpolate samples, flexible, no uncertainty.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Two classic surrogate families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Polynomials: smooth, few parameters, limited shape. RBFs: interpolate samples, flexible, no uncertainty.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8.2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Trees, random forests and neural networks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Next in Module 8: Lesson 2. Mark this lesson complete in the course before continuing.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8, Lesson 1: Polynomial response surfaces and radial basis functions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