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fe86ae8-327a-c66d-0fba-4f4a0711b9a3}">
          <p14:sldIdLst>
            <p14:sldId id="256"/>
          </p14:sldIdLst>
        </p14:section>
        <p14:section name="Lesson 1: Mean prediction and predictive uncertainty" id="{a1f93fca-a7a7-40fe-d785-ca08b8d5c44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mmary" id="{5df027ac-5271-3c8f-b871-87b575d04a9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9, Lesson 1 of the self-paced course Machine Learning Fundamentals for Surrogate-Based Engineering Optimization: Mean prediction and predictive uncertainty. This lesson belongs to the module Gaussian processes and uncertainty and takes about 11 minutes. In this lesson: A best guess and a band of plausible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best guess and a band of plausible values. A GP predicts at each input a mean μ(x) (best guess) and a standard deviation σ(x) (how uncertain the model is). With noise-free data, σ = 0 at the samples and grows between and beyond them. Adding a sample shrinks uncertainty around it. Look at the figure. You can add observations; adjust the length scale and nugget; the band is μ ± 1.96σ. One-dimensional plot of R versus fin gap with observations, the GP mean line and a shaded band. The band pinches to zero width at noise-free observations and widens between and beyond them. Sliders change length scale and nugget; clicking adds observations.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With training inputs X, standardized targets y, kernel matrix K (K_{ij} = k(x_i, x_j)) and a new input x*: μ(x*) = k_*^T (K + σ_n^2I)^{−1} y, σ^2(x*) = k(x*, x*) − k_*^T (K + σ_n^2I)^{−1} k_* k_* is the vector of kernel values k(x_i, x*). σ_n² is the observation-noise variance (nugget); ≈0 for deterministic simulators, in (units of y)². I is the identity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Continuing. Implementations solve these with a Cholesky factorization instead of an explicit inverse. This page centres outputs on their mean and divides by their standard deviation; predictions are transformed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In the heat-sink study the GP band is widest in gaps between samples and beyond the outermost samples — often near the steep small-gap edge, where R rises quickly. That is exactly where you should not trust predictions, and where sequential sampling may add points. A practical tip: Always overlay validation points on the band: if far more than ~5% fall outside the 95% band, the uncertainty is poorly calibrated.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For a noise-free GP, what is σ at an observed input?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Zero (up to the tiny numerical nugget): the model reproduces the observed value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The 95% band contains the true function with 95% probability, guaranteed. In fact: Only if the GP assumptions (kernel, length scale, mean, stationarity) match reality. With a wrong length scale the true curve can lie far outside the band. The takeaway: GP gives μ(x) and σ(x); σ is zero at noise-free data and grows away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A best guess and a band of plausible values: GP gives μ(x) and σ(x); σ is zero at noise-free data and grows away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9: Mean prediction and predictive uncertainty. Next comes Lesson 2: Kernels, length scales and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9, Lesson 1 · Mean prediction and predictive uncertainty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9, Lesson 1 · Mean prediction and predictive uncertainty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09 · LESSON 1 OF 3 · ≈ 11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Mean prediction and predictive uncertainty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9: Gaussian processes and uncertainty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A best guess and a band of plausible values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9.1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Mean prediction and predictive uncertainty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best guess and a band of plausible values</a:t>
            </a:r>
            <a:endParaRPr lang="en-US" sz="31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GP predicts at each input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mean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μ(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) (best guess) and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standard deviation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σ(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) (how uncertain the model is). With noise-free data, σ = 0 at the samples and grows between and beyond them. Adding a sample shrinks uncertainty around it.</a:t>
            </a:r>
            <a:endParaRPr lang="en-US" sz="2000" dirty="0"/>
          </a:p>
        </p:txBody>
      </p:sp>
      <p:pic>
        <p:nvPicPr>
          <p:cNvPr id="9" name="figure" descr="One-dimensional plot of R versus fin gap with observations, the GP mean line and a shaded band. The band pinches to zero width at noise-free observations and widens between and beyond them. Sliders change length scale and nugget; clicking adds observation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3888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126246"/>
            <a:ext cx="5653735" cy="109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You can add observations; adjust the length scale and nugget; the band is μ ± 1.96σ.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Mean prediction and predictive uncertainty · The mathematics (1/2)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best guess and a band of plausible values</a:t>
            </a:r>
            <a:endParaRPr lang="en-US" sz="31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305560"/>
          </a:xfrm>
          <a:prstGeom prst="roundRect">
            <a:avLst>
              <a:gd name="adj" fmla="val 8405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214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With training inputs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standardized targets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kernel matrix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ij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j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)) and a new input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μ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*) =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*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T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−1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*)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*,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*) −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*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T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−1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*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308864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*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vector of kernel values k(x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, x*)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σ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observation-noise variance (nugget); ≈0 for deterministic simulators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(units of y)²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identity matrix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Mean prediction and predictive uncertainty · The mathematics (2/2)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best guess and a band of plausible values</a:t>
            </a:r>
            <a:endParaRPr lang="en-US" sz="31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203960"/>
          </a:xfrm>
          <a:prstGeom prst="roundRect">
            <a:avLst>
              <a:gd name="adj" fmla="val 911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112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Implementations solve these with a Cholesky factorization instead of an explicit inverse. This page centres outputs on their mean and divides by their standard deviation; predictions are transformed back.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Mean prediction and predictive uncertainty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best guess and a band of plausible values</a:t>
            </a:r>
            <a:endParaRPr lang="en-US" sz="31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 the heat-sink study the GP band is widest in gaps between samples and beyond the outermost samples — often near the steep small-gap edge, where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rises quickly. That is exactly where you should not trust predictions, and where sequential sampling may add points.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Always overlay validation points on the band: if far more than ~5% fall outside the 95% band, the uncertainty is poorly calibrated.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Mean prediction and predictive uncertainty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For a noise-free GP, what is σ at an observed input?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Mean prediction and predictive uncertainty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For a noise-free GP, what is σ at an observed input?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Zero (up to the tiny numerical nugget): the model reproduces the observed value exactly.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Mean prediction and predictive uncertainty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2"/>
                </a:solidFill>
              </a:rPr>
              <a:t>A best guess and a band of plausible values</a:t>
            </a:r>
            <a:endParaRPr lang="en-US" sz="31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95% band contains the true function with 95% probability, guaranteed.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Only if the GP assumptions (kernel, length scale, mean, stationarity) match reality. With a wrong length scale the true curve can lie far outside the band.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GP gives μ(x) and σ(x); σ is zero at noise-free data and grows away from them.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 best guess and a band of plausible values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GP gives μ(x) and σ(x); σ is zero at noise-free data and grows away from them.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9.2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Kernels, length scales and scaling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9: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9, Lesson 1: Mean prediction and predictive uncertainty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