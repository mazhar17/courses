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ca93399-8ee6-a3ae-975e-5b351b9e1e4c}">
          <p14:sldIdLst>
            <p14:sldId id="256"/>
          </p14:sldIdLst>
        </p14:section>
        <p14:section name="Lesson 3: Multi-objective optimization and Pareto fronts" id="{470e8a6c-d3cd-b57d-debf-b4469ba04ff5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b23c48b6-8b1a-8e7f-578f-3e37e8118202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10, Lesson 3 of the self-paced course Machine Learning Fundamentals for Surrogate-Based Engineering Optimization: Multi-objective optimization and Pareto fronts. This lesson belongs to the module Optimization foundations and takes about 10 minutes. In this lesson: When two goals conflict.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two goals conflict. Often two objectives compete: lower thermal resistance versus lower mass. A design is Pareto-optimal (non-dominated) if no other design is at least as good in both objectives and strictly better in one. The set of such designs is the Pareto front — the menu of best trade-offs from which an engineer chooses. Look at the figure. Heat-sink designs (grey) and the Pareto front of mass vs thermal resistance (gold); dashed line at the 0.070 kg mass limit. Scatter of designs with mass on the x-axis and R on the y-axis. The lower-left boundary of the cloud is highlighted in gold as the Pareto front: lighter designs have higher R. A vertical dashed line marks 0.070 kg; the constrained single-objective optimum is where the front meets this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x^a dominates x^b ⇔ f_i(x^a) ≤ f_i(x^b) ∀i and f_i(x^a) &lt; f_i(x^b) for some i Scalarizations: weighted sum min w_1f_1 + w_2f_2 (misses non-convex parts of fronts), or ε-constraint min f_1 s.t. f_2 ≤ ε — our mass-limited problem is exactly one ε-constraint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Machining: surface roughness vs material removal rate. Structures: mass vs deflection. Fluid machinery: efficiency vs operating range. Each needs a trade-off decision informed by the front, not a single “optimum”. A practical tip: Plot the front with the constraint limits overlaid; decision-makers understand trade-offs better from the picture than from a single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Design A: m = 0.06 kg, R = 0.62 K/W. Design B: m = 0.07 kg, R = 0.60 K/W. Does either dominate?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No — A is lighter, B has lower R. Both can be Pareto-optimal; the choice depends on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Multi-objective optimization gives one best design. In fact: It gives a set of trade-offs. Choosing among them needs engineering judgement or extra criteria. The takeaway: Pareto front = non-dominated trade-offs; single-objective optima are points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When two goals conflict: Pareto front = non-dominated trade-offs; single-objective optima are points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3 of Module 10: Multi-objective optimization and Pareto fronts. Next comes Lesson 4: Optimizing a surrogate is not finding the true optimum.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10, Lesson 3 · Multi-objective optimization and Pareto fronts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10, Lesson 3 · Multi-objective optimization and Pareto fronts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10 · LESSON 3 OF 4 · ≈ 10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Multi-objective optimization and Pareto fronts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10: Optimization foundations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When two goals conflict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10.3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Multi-objective optimization and Pareto fronts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When two goals conflict</a:t>
            </a:r>
            <a:endParaRPr lang="en-US" sz="32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Often two objectives compete: lower thermal resistance versus lower mass. A design is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Pareto-optimal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(non-dominated) if no other design is at least as good in both objectives and strictly better in one. The set of such designs is the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Pareto front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— the menu of best trade-offs from which an engineer chooses.</a:t>
            </a:r>
            <a:endParaRPr lang="en-US" sz="2000" dirty="0"/>
          </a:p>
        </p:txBody>
      </p:sp>
      <p:pic>
        <p:nvPicPr>
          <p:cNvPr id="9" name="figure" descr="Scatter of designs with mass on the x-axis and R on the y-axis. The lower-left boundary of the cloud is highlighted in gold as the Pareto front: lighter designs have higher R. A vertical dashed line marks 0.070 kg; the constrained single-objective optimum is where the front meets this lin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23789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4975256"/>
            <a:ext cx="5653735" cy="124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Heat-sink designs (grey) and the Pareto front of mass vs thermal resistance (gold); dashed line at the 0.070 kg mass limit.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Multi-objective optimization and Pareto fronts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When two goals conflict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615440"/>
          </a:xfrm>
          <a:prstGeom prst="roundRect">
            <a:avLst>
              <a:gd name="adj" fmla="val 6792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524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a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dominates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⇔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a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≤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∀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and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a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&lt;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for some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Scalarizations: weighted sum min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w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w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(misses non-convex parts of fronts), or ε-constraint min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s.t.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≤ ε — our mass-limited problem is exactly one ε-constraint point.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Multi-objective optimization and Pareto fronts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When two goals conflict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Machining: surface roughness vs material removal rate. Structures: mass vs deflection. Fluid machinery: efficiency vs operating range. Each needs a trade-off decision informed by the front, not a single “optimum”.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Plot the front with the constraint limits overlaid; decision-makers understand trade-offs better from the picture than from a single number.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Multi-objective optimization and Pareto fronts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Design A: m = 0.06 kg, R = 0.62 K/W. Design B: m = 0.07 kg, R = 0.60 K/W. Does either dominate?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Multi-objective optimization and Pareto fronts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Design A: m = 0.06 kg, R = 0.62 K/W. Design B: m = 0.07 kg, R = 0.60 K/W. Does either dominate?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No — A is lighter, B has lower R. Both can be Pareto-optimal; the choice depends on priorities.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Multi-objective optimization and Pareto fronts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When two goals conflict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Multi-objective optimization gives one best design.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It gives a set of trade-offs. Choosing among them needs engineering judgement or extra criteria.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Pareto front = non-dominated trade-offs; single-objective optima are points on 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When two goals conflict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Pareto front = non-dominated trade-offs; single-objective optima are points on 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10.4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Optimizing a surrogate is not finding the true optimum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10: Lesson 4.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10, Lesson 3: Multi-objective optimization and Pareto fronts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