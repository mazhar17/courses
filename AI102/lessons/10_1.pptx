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76b9f30-d203-558d-34f9-1c51bd210e76}">
          <p14:sldIdLst>
            <p14:sldId id="256"/>
          </p14:sldIdLst>
        </p14:section>
        <p14:section name="Lesson 1: Objectives, bounds, constraints; minimization and maximization" id="{5eef0354-d7d4-b331-2682-3d0650808c2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436dfe0c-e1ca-5c0e-b87d-3b43bbf03a4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10, Lesson 1 of the self-paced course Machine Learning Fundamentals for Surrogate-Based Engineering Optimization: Objectives, bounds, constraints; minimization and maximization. This lesson belongs to the module Optimization foundations and takes about 10 minutes. In this lesson: Standard form and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form and feasibility. Optimizers solve problems in a standard form: minimize an objective subject to inequality constraints g ≤ 0, equality constraints h = 0 and bounds. To maximize efficiency, minimize its negative. A design satisfying every constraint is feasible; the feasible region can be much smaller than the bounded box — in the heat sink only about one-tenth of it. Look at the figure. Objective contours, infeasible regions and the constrained optimum of the heat-sink problem. Map of R with contours, red-shaded infeasible regions bounded by the mass limit (solid red) and air-temperature limit (dashed red), and the constrained optimum star on the mass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min_x f(x) s.t. g_j(x) ≤ 0, h_k(x) = 0, x_L ≤ x ≤ x_U; max η(x) ⇔ min [−η(x)] Penalty approach (used in this page’s demos): minimize f(x) + Σ_j c_j max(0, g_j(x)/g_{j,ref}), with normalized constraints and large weights c_j. SciPy’s minimize(method="SLSQP") handles constraints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Pump design: maximize efficiency η ⇒ minimize −η, subject to head ≥ required (written as required − head ≤ 0) and NPSH margin constraints. Structural: minimize mass subject to stress − allowable ≤ 0. A practical tip: Normalize constraints by their limits (e.g., m/0.070 − 1 ≤ 0) so that violations of different units are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 want to maximize heat-exchanger effectiveness ε. What do you pass to a minimizer?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−ε (or 1 − ε). The optimum design is the same; only the sign of the objective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Bounds and constraints are the same thing. In fact: Bounds are simple box limits on variables; constraints are general functions of the design (often expensive responses). The takeaway: Standard form: minimize f subject to g ≤ 0 and bounds; maximize by minimizing the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Standard form and feasibility: Standard form: minimize f subject to g ≤ 0 and bounds; maximize by minimizing the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10: Objectives, bounds, constraints; minimization and maximization. Next comes Lesson 2: Local vs global optima; gradient-based vs derivative-free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10, Lesson 1 · Objectives, bounds, constraints; minimization and maximization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10, Lesson 1 · Objectives, bounds, constraints; minimization and maximization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10 · LESSON 1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Objectives, bounds, constraints; minimization and maximization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10: Optimization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Standard form and feasibility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10.1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Standard form and feasibility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Optimizers solve problems in a standard form: minimize an objective subject to inequality constraints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≤ 0, equality constraints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0 and bounds. To maximize efficiency, minimize its negative. A design satisfying every constraint is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feasible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; the feasible region can be much smaller than the bounded box — in the heat sink only about one-tenth of it.</a:t>
            </a:r>
            <a:endParaRPr lang="en-US" sz="2000" dirty="0"/>
          </a:p>
        </p:txBody>
      </p:sp>
      <p:pic>
        <p:nvPicPr>
          <p:cNvPr id="9" name="figure" descr="Map of R with contours, red-shaded infeasible regions bounded by the mass limit (solid red) and air-temperature limit (dashed red), and the constrained optimum star on the mass boundary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72441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461779"/>
            <a:ext cx="5653735" cy="75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Objective contours, infeasible regions and the constrained optimum of the heat-sink problem.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Standard form and feasibility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615440"/>
          </a:xfrm>
          <a:prstGeom prst="roundRect">
            <a:avLst>
              <a:gd name="adj" fmla="val 6792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524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min</a:t>
            </a:r>
            <a:pPr algn="ctr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s.t.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≤ 0,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0,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L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≤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≤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U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; max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⇔ min [−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Penalty approach (used in this page’s demos): minimize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+ Σ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c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max(0,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j,ref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with normalized constraints and large weights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c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SciPy’s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minimize(method="SLSQP")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handles constraints directly.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Standard form and feasibility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Pump design: maximize efficiency η ⇒ minimize −η, subject to head ≥ required (written as required − head ≤ 0) and NPSH margin constraints. Structural: minimize mass subject to stress − allowable ≤ 0.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Normalize constraints by their limits (e.g.,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m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/0.070 − 1 ≤ 0) so that violations of different units are comparable.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 want to maximize heat-exchanger effectiveness ε. What do you pass to a minimizer?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 want to maximize heat-exchanger effectiveness ε. What do you pass to a minimizer?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−ε (or 1 − ε). The optimum design is the same; only the sign of the objective changes.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Objectives, bounds, constraints; minimization and maximization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Standard form and feasibility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Bounds and constraints are the same thing.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Bounds are simple box limits on variables; constraints are general functions of the design (often expensive responses).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Standard form: minimize f subject to g ≤ 0 and bounds; maximize by minimizing the negative.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Standard form and feasibility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Standard form: minimize f subject to g ≤ 0 and bounds; maximize by minimizing the negative.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10.2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Local vs global optima; gradient-based vs derivative-free methods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10: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10, Lesson 1: Objectives, bounds, constraints; minimization and maximization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