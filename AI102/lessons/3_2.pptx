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07a3238-db99-045d-f234-233c26f3f57a}">
          <p14:sldIdLst>
            <p14:sldId id="256"/>
          </p14:sldIdLst>
        </p14:section>
        <p14:section name="Lesson 2: Mean, variance, measurement noise and outliers" id="{1af66479-fd9a-5bce-82c3-a2b0591609a9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f68043b1-8bd9-c550-ed0e-42e74e2412b0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3, Lesson 2 of the self-paced course Machine Learning Fundamentals for Surrogate-Based Engineering Optimization: Mean, variance, measurement noise and outliers. This lesson belongs to the module Mathematics and data intuition and takes about 9 minutes. In this lesson: Summarizing repeated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Summarizing repeated measurements. Real tests scatter: repeating a wind-tunnel measurement of R gives slightly different numbers each time because of sensor noise, ambient changes and setup. The mean summarizes the centre; the variance and standard deviation summarize the spread. An outlier is a point far from the rest — maybe a real effect, maybe a mistake. Our pedagogical model is deterministic: it has no noise. Noise is added only in clearly labelled exercises. Look at the figure. Synthetic noisy repeat measurements around a model value; adjust noise and add an outlier. Twelve scattered points around a horizontal dashed line (model value). A blue line shows their mean and a band shows mean ± one standard deviation. Adding an outlier shifts the mean and widens the band, while the median barely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ȳ = (1)/(n) Σ y_i, s^2 = (1)/(n − 1) Σ (y_i − ȳ)^2, SE = (s)/(√n) ȳ is the sample mean, in same as y (K/W). s² is the sample variance, in (K/W)². s is the sample standard deviation, in K/W. SE is the standard error of the mean, in K/W. A simple noise model: y_i = f(x) + ε_i, with ε_i ~ N(0, σ²) — independent Gaussian errors of standard deviation 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Additive-manufacturing coupons printed with identical settings show porosity scatter of several tenths of a percent. A surrogate should not chase that scatter (overfitting); it should capture the trend. Machining: three repeat cuts per setting give a direct estimate of σ for roughness. A practical tip: If you can, repeat a few design points. Repeats estimate noise directly and tell you the best accuracy any surrogate can honestly achieve.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Five measurements: 0.70, 0.72, 0.71, 0.69, 0.98 K/W. Will the mean or the median be more affected by 0.98?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The mean (0.760) is pulled up; the median (0.71) is barely affected. Investigate 0.98 before deleting it — it may be a real effect or a recording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Outliers should always be deleted. In fact: Remove a point only with a documented physical reason (e.g., sensor fault). Otherwise report it, and consider robust metrics or models. The takeaway: Mean = centre, standard deviation = spread (same units as data). Deterministic simulators have no measurement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Summarizing repeated measurements: Mean = centre, standard deviation = spread (same units as data). Deterministic simulators have no measurement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2 of Module 3: Mean, variance, measurement noise and outliers. Next comes Lesson 3: Correlation versus causation.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3, Lesson 2 · Mean, variance, measurement noise and outliers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3, Lesson 2 · Mean, variance, measurement noise and outliers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03 · LESSON 2 OF 4 · ≈ 9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Mean, variance, measurement noise and outliers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3: Mathematics and data intuition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Summarizing repeated measurements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3.2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Mean, variance, measurement noise and outliers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Summarizing repeated measurements</a:t>
            </a:r>
            <a:endParaRPr lang="en-US" sz="32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Real tests scatter: repeating a wind-tunnel measurement of </a:t>
            </a:r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gives slightly different numbers each time because of sensor noise, ambient changes and setup. The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mean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summarizes the centre; the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variance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and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standard deviation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summarize the spread. An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outlier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is a point far from the rest — maybe a real effect, maybe a mistake. Our pedagogical model is deterministic: it has no noise. Noise is added only in clearly labelled exercises.</a:t>
            </a:r>
            <a:endParaRPr lang="en-US" sz="1800" dirty="0"/>
          </a:p>
        </p:txBody>
      </p:sp>
      <p:pic>
        <p:nvPicPr>
          <p:cNvPr id="9" name="figure" descr="Twelve scattered points around a horizontal dashed line (model value). A blue line shows their mean and a band shows mean ± one standard deviation. Adding an outlier shifts the mean and widens the band, while the median barely change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653735" cy="286042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4597781"/>
            <a:ext cx="5653735" cy="162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Synthetic noisy repeat measurements around a model value; adjust noise and add an outlier. (Interactive in the online course.)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Mean, variance, measurement noise and outliers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Summarizing repeated measurements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584200"/>
          </a:xfrm>
          <a:prstGeom prst="roundRect">
            <a:avLst>
              <a:gd name="adj" fmla="val 18783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492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ȳ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(1)/(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Σ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(1)/(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− 1) Σ 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ȳ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SE = 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)/(√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sz="2000" dirty="0"/>
          </a:p>
        </p:txBody>
      </p:sp>
      <p:graphicFrame>
        <p:nvGraphicFramePr>
          <p:cNvPr id="4" name="math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2367280"/>
          <a:ext cx="10408615" cy="914400"/>
        </p:xfrm>
        <a:graphic>
          <a:graphicData uri="http://schemas.openxmlformats.org/drawingml/2006/table">
            <a:tbl>
              <a:tblPr/>
              <a:tblGrid>
                <a:gridCol w="2289895"/>
                <a:gridCol w="6036997"/>
                <a:gridCol w="20817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ȳ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sample mean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same as y (K/W)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s²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sample variance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(K/W)²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sample standard deviation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K/W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SE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standard error of the mean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K/W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0" name="math-card"/>
          <p:cNvSpPr/>
          <p:nvPr/>
        </p:nvSpPr>
        <p:spPr>
          <a:xfrm>
            <a:off x="1143000" y="4653280"/>
            <a:ext cx="10500055" cy="894080"/>
          </a:xfrm>
          <a:prstGeom prst="roundRect">
            <a:avLst>
              <a:gd name="adj" fmla="val 12273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11" name="math-text"/>
          <p:cNvSpPr txBox="1"/>
          <p:nvPr/>
        </p:nvSpPr>
        <p:spPr>
          <a:xfrm>
            <a:off x="1234440" y="4699000"/>
            <a:ext cx="10408615" cy="802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 simple noise model: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+ ε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with ε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~ N(0, σ²) — independent Gaussian errors of standard deviation σ.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Mean, variance, measurement noise and outliers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Summarizing repeated measurements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Additive-manufacturing coupons printed with identical settings show porosity scatter of several tenths of a percent. A surrogate should not chase that scatter (overfitting); it should capture the trend. Machining: three repeat cuts per setting give a direct estimate of σ for roughness.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If you can, repeat a few design points. Repeats estimate noise directly and tell you the best accuracy any surrogate can honestly achieve.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Mean, variance, measurement noise and outliers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Five measurements: 0.70, 0.72, 0.71, 0.69, 0.98 K/W. Will the mean or the median be more affected by 0.98?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Mean, variance, measurement noise and outliers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Five measurements: 0.70, 0.72, 0.71, 0.69, 0.98 K/W. Will the mean or the median be more affected by 0.98?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The mean (0.760) is pulled up; the median (0.71) is barely affected. Investigate 0.98 before deleting it — it may be a real effect or a recording error.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Mean, variance, measurement noise and outliers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Summarizing repeated measurements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Outliers should always be deleted.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Remove a point only with a documented physical reason (e.g., sensor fault). Otherwise report it, and consider robust metrics or models.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Mean = centre, standard deviation = spread (same units as data). Deterministic simulators have no measurement noise.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Summarizing repeated measurements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Mean = centre, standard deviation = spread (same units as data). Deterministic simulators have no measurement noise.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3.3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Correlation versus causation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3: Lesson 3.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3, Lesson 2: Mean, variance, measurement noise and outliers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2026-10-07T01:12:30Z</dcterms:created>
  <dcterms:modified xsi:type="dcterms:W3CDTF">2026-10-07T01:12:30Z</dcterms:modified>
</cp:coreProperties>
</file>